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這裡可以提示要切到 A04 PDF 螢光筆版的「方法區」（P5-6）對照講解，重點是 Table 1 的四階段活動配對。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這頁是給我看的提示：報告講到這裡時，停下來、切到 A04 PDF 螢光筆版，按四個區塊講解（約 3 到 4 分鐘）。講完再切回簡報。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論文研讀簡報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SECI 模型與 ChatGPT 在</a:t>
            </a:r>
            <a:pPr indent="0" marL="0">
              <a:buNone/>
            </a:pPr>
            <a:r>
              <a:rPr lang="en-US" sz="3600" b="1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高等教育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的整合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the SECI model and ChatGPT in higher education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D5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Barreto, U. &amp; Abarca, Y. (2025). Heliyon, 11, e42814.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37160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羅靜娟　｜　714630117　｜　2026/06/20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為什麼選這篇論文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一句話：它的研究設計，幾乎就是我研究的雛形。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我的論文題目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語意向量技術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能否協助知識的擷取與交接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・以 SECI 為理論骨架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・比較有 AI 與只用關鍵字搜尋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・看交接完整度與查詢效率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這篇論文做了什麼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21945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在 SECI 各階段的成效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200 名學生做實驗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・以 SECI 為理論骨架 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・比較有 AI 與沒 AI 兩組 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・看 AI 幫上了 SECI 的哪一段 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它已經先幫我試過水溫，是我研究的藍本，也是前車之鑑。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文獻基本資料與公信力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18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Urpi Barreto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&amp; Yasser Abarca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秘魯 Universidad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Continental 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618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Heliyon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Elsevier 出版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DOI: 10.1016/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j.heliyon.2025.e42814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25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發表時間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618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 2 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Volume 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Article e42814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272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公信力評估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7589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同儕審查正式期刊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收錄於 SCIE（Science Citation Index Expanded）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有正式 DOI、可被學界引用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屬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可作主力引用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的份量等級（非預印本、非碩士論文）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在我手上的文獻裡公信力最高，所以定為主力依據。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研究問題與目的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一句話：ChatGPT 能不能完整支撐 SECI 知識創造的整個循環。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SECI 的四個階段裡，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各能發揮多少作用？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尤其，AI 對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「內化」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（隱性知識真的吸收）這一段，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到底是助力還是阻力？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83480" y="21945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找出 ChatGPT 促成 SECI 最佳發展的因素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理解這些因素彼此的互動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對比有 AI vs 沒 AI 兩組，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看 AI 實際幫上了 SECI 的哪一段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研究方法：四階段對應的活動配置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377440" cy="1280160"/>
          </a:xfrm>
          <a:prstGeom prst="roundRect">
            <a:avLst>
              <a:gd name="adj" fmla="val 4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名秘魯商管系大學生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Cusco / Huancayo / Lima 三所大學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377440" cy="1280160"/>
          </a:xfrm>
          <a:prstGeom prst="roundRect">
            <a:avLst>
              <a:gd name="adj" fmla="val 4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188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組對照（各 100 人）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實驗組用 ChatGPT vs 控制組不用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377440" cy="1280160"/>
          </a:xfrm>
          <a:prstGeom prst="roundRect">
            <a:avLst>
              <a:gd name="adj" fmla="val 4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88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處置後再測量，分析 AI 影響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四階段配對的具體活動（學的主題：財務攤銷）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30632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小組討論（20 分鐘）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34747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腦力激盪 + 心智圖（30 分鐘）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886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77440" y="38862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編寫詳細手冊（30 分鐘）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377440" y="4297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題客觀測驗（40 分鐘）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0" cy="3108960"/>
          </a:xfrm>
          <a:prstGeom prst="roundRect">
            <a:avLst>
              <a:gd name="adj" fmla="val 4412"/>
            </a:avLst>
          </a:prstGeom>
          <a:solidFill>
            <a:srgbClr val="7B2D26"/>
          </a:solidFill>
          <a:ln w="12700">
            <a:solidFill>
              <a:srgbClr val="5C1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⏵  切換到 A04 原文 PDF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1874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帶大家看我標的螢光筆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2514600"/>
            <a:ext cx="109728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6517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我會帶大家看四個重點區塊：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 摘要：研究目的、200 人分組、核心發現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 方法：四階段配對活動、後測設計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 結果：外化 64% 優異、內化反勝、預測力 63.4 → 41.3%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 結論：AI 對隱性知識無實質貢獻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檔名：####A04論文研讀_螢光筆標示版_20260613.pdf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關鍵發現 ①：前半段——AI 幫得上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在「把想法整理出來」這段，ChatGPT 表現亮眼。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外化階段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（把心裡的想法寫出來）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實驗組達「優異」程度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對照：控制組只有 15% 達優異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且實驗組沒有任何學生落在低或中等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AI 很會幫人把腦中的東西組織成有條理的內容。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結合階段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084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（把零散知識拼成手冊）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468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98348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兩組表現幾乎相同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474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實驗組「良好」47%、控制組 52%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沒有帶來明顯加分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4297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AI 在「需要精準度」的整合工作上，幫助有限。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關鍵發現 ②：後半段——AI 反而扯後腿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拿掉、單獨考試時，用過 AI 的那組反而較弱。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 ChatGPT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63.4%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SECI 模型解釋內化的能力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用了 ChatGPT 之後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2011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41.3%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98348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掉了 22 個百分點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作者的解讀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太好用，學生省掉了「自己掙扎、自己想通」的過程。但這個過程偏偏是內化的核心——不掙扎，等於沒真正學會。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我對這篇的批判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好文獻不代表沒限制——這些限制反而提醒我研究時哪裡要更小心。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場域單一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只在秘魯、只測「財務攤銷」一個主題。結論能不能搬到別的場域、別的知識類型，論文自己沒交代。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工具版本舊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用的是 ChatGPT 3.5。現在模型能力已經不一樣，結論在 2026 的時效性要打問號。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信度普通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976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McDonald's Omega 控制組 0.726、實驗組 0.723，雖然過關，但不算高，代表測量工具穩定度普通。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我點出這些不是要否定它，而是提醒自己做研究時哪裡要更小心。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對我研究的啟發：藍本 + 前車之鑑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它是我的藍本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我們的研究骨架幾乎一樣：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・以 SECI 為理論骨架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・對比有 AI 與沒 AI 兩組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・看 AI 在四階段的成效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它已經先試過水溫，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我可以站在它的肩膀上做。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它是我的前車之鑑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73736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它的發現提醒我：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在外化、結合最強→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對應我研究的「擷取與查詢」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在內化幫不上→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我守住「留住+查到」，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不宣稱 AI 能讓新人自動學會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守住這條界線，我的題目才不會愈做愈散。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我研究的差異：補上量化補不到的洞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AF5F0"/>
          </a:solidFill>
          <a:ln w="12700">
            <a:solidFill>
              <a:srgbClr val="E5D9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A04 這篇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量化研究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測得出「有沒有差」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用測驗分數、迴歸係數說話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但測不出：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・為什麼會這樣？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・學的人卡在哪？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・知識傳得完不完整？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我的研究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質化為主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21945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用訪談去挖「為什麼」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把過程與感受講清楚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補上 A04 的洞：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・新人接得到還是接不到？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・卡在 SECI 的哪一段？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・搜尋方式差在哪？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A04 用數字說「沒幫上」，我用訪談說清楚「為什麼幫上了、為什麼沒幫上」。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B2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這篇論文做完了我研究設計的「初版示範」——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SECI 為骨、AI vs 沒 AI 對照，結果是「前段強、後段弱」。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對我來說，它是藍本，也是前車之鑑：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藍本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它的骨架可以借，我少走很多冤枉路。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前車之鑑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D5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它告訴我 AI 在「內化」幫不上，我守在「留住與查到」就好。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我也補上它測不出的洞——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用訪談去問「為什麼」，把知識交接的過程講清楚。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7B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羅靜娟　｜　714630117　｜　2026/06/20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A04 論文研讀簡報</dc:title>
  <dc:subject>PptxGenJS Presentation</dc:subject>
  <dc:creator>羅靜娟</dc:creator>
  <cp:lastModifiedBy>羅靜娟</cp:lastModifiedBy>
  <cp:revision>1</cp:revision>
  <dcterms:created xsi:type="dcterms:W3CDTF">2026-06-17T00:37:42Z</dcterms:created>
  <dcterms:modified xsi:type="dcterms:W3CDTF">2026-06-17T00:37:42Z</dcterms:modified>
</cp:coreProperties>
</file>