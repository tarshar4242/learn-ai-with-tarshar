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8c5abe746f4e80" /><Relationship Type="http://schemas.openxmlformats.org/officeDocument/2006/relationships/extended-properties" Target="/docProps/app.xml" Id="Rfb60d9e9926b4ba4" /><Relationship Type="http://schemas.openxmlformats.org/officeDocument/2006/relationships/officeDocument" Target="/ppt/presentation.xml" Id="R08801a0686f741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3f81c9f38a47fe"/>
    <p:sldMasterId xmlns:r="http://schemas.openxmlformats.org/officeDocument/2006/relationships" id="2147483650" r:id="R0fedf7fb4d434bbb"/>
  </p:sldMasterIdLst>
  <p:notesMasterIdLst>
    <p:notesMasterId xmlns:r="http://schemas.openxmlformats.org/officeDocument/2006/relationships" r:id="R4064ca9ff7e94e91"/>
  </p:notesMasterIdLst>
  <p:sldIdLst>
    <p:sldId xmlns:r="http://schemas.openxmlformats.org/officeDocument/2006/relationships" id="256" r:id="R6588d49d095e4081"/>
    <p:sldId xmlns:r="http://schemas.openxmlformats.org/officeDocument/2006/relationships" id="257" r:id="Rc98262d6f29c4913"/>
    <p:sldId xmlns:r="http://schemas.openxmlformats.org/officeDocument/2006/relationships" id="258" r:id="Rdfb9baa387844b83"/>
    <p:sldId xmlns:r="http://schemas.openxmlformats.org/officeDocument/2006/relationships" id="259" r:id="R4b5eae119508446f"/>
    <p:sldId xmlns:r="http://schemas.openxmlformats.org/officeDocument/2006/relationships" id="260" r:id="Rc26ffa05b8b14a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b14515909f4ee2" /><Relationship Type="http://schemas.openxmlformats.org/officeDocument/2006/relationships/slideMaster" Target="/ppt/slideMasters/slideMaster1.xml" Id="R773f81c9f38a47fe" /><Relationship Type="http://schemas.openxmlformats.org/officeDocument/2006/relationships/slideMaster" Target="/ppt/slideMasters/slideMaster2.xml" Id="R0fedf7fb4d434bbb" /><Relationship Type="http://schemas.openxmlformats.org/officeDocument/2006/relationships/notesMaster" Target="/ppt/notesMasters/notesMaster1.xml" Id="R4064ca9ff7e94e91" /><Relationship Type="http://schemas.openxmlformats.org/officeDocument/2006/relationships/presProps" Target="/ppt/presProps.xml" Id="Ra36889ce65d04d94" /><Relationship Type="http://schemas.openxmlformats.org/officeDocument/2006/relationships/tableStyles" Target="/ppt/tableStyles.xml" Id="R604f0b7beab2425d" /><Relationship Type="http://schemas.openxmlformats.org/officeDocument/2006/relationships/slide" Target="/ppt/slides/slide1.xml" Id="R6588d49d095e4081" /><Relationship Type="http://schemas.openxmlformats.org/officeDocument/2006/relationships/slide" Target="/ppt/slides/slide2.xml" Id="Rc98262d6f29c4913" /><Relationship Type="http://schemas.openxmlformats.org/officeDocument/2006/relationships/slide" Target="/ppt/slides/slide3.xml" Id="Rdfb9baa387844b83" /><Relationship Type="http://schemas.openxmlformats.org/officeDocument/2006/relationships/slide" Target="/ppt/slides/slide4.xml" Id="R4b5eae119508446f" /><Relationship Type="http://schemas.openxmlformats.org/officeDocument/2006/relationships/slide" Target="/ppt/slides/slide5.xml" Id="Rc26ffa05b8b14a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648f5980ab2542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a6d6042545496e" /><Relationship Type="http://schemas.openxmlformats.org/officeDocument/2006/relationships/notesMaster" Target="/ppt/notesMasters/notesMaster1.xml" Id="R4f73369026d048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6530d27c3043c9" /><Relationship Type="http://schemas.openxmlformats.org/officeDocument/2006/relationships/notesMaster" Target="/ppt/notesMasters/notesMaster1.xml" Id="Ra0783dcc142240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53bcceef744c66" /><Relationship Type="http://schemas.openxmlformats.org/officeDocument/2006/relationships/notesMaster" Target="/ppt/notesMasters/notesMaster1.xml" Id="Ra1380728589442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14acd459a04e1f" /><Relationship Type="http://schemas.openxmlformats.org/officeDocument/2006/relationships/notesMaster" Target="/ppt/notesMasters/notesMaster1.xml" Id="R776c6766c70b42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b8cbcd745345d1" /><Relationship Type="http://schemas.openxmlformats.org/officeDocument/2006/relationships/notesMaster" Target="/ppt/notesMasters/notesMaster1.xml" Id="R15daebdd0fac40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本檔為新編課堂練習母版，非機關正式公版。保留標題與正文的可編輯文字及手帳紙張背景；以提供資料填入內容。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本檔為新編課堂練習母版，非機關正式公版。保留標題與正文的可編輯文字及手帳紙張背景；以提供資料填入內容。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本檔為新編課堂練習母版，非機關正式公版。保留標題與正文的可編輯文字及手帳紙張背景；以提供資料填入內容。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本檔為新編課堂練習母版，非機關正式公版。保留標題與正文的可編輯文字及手帳紙張背景；以提供資料填入內容。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本檔為新編課堂練習母版，非機關正式公版。保留標題與正文的可編輯文字及手帳紙張背景；以提供資料填入內容。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f2590dacad4e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2db6fcca64b44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標題與三點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9F0B5242-B1FF-4ECA-AF90-3CEA08DFE98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190625" y="2238375"/>
            <a:ext cx="9715500" cy="3095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三個重點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0816a2446a4a77" /><Relationship Type="http://schemas.openxmlformats.org/officeDocument/2006/relationships/slideLayout" Target="/ppt/slideLayouts/slideLayout1.xml" Id="R3bc2f189eeed4f5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3126550411341f1" /><Relationship Type="http://schemas.openxmlformats.org/officeDocument/2006/relationships/slideLayout" Target="/ppt/slideLayouts/slideLayout2.xml" Id="R7966faaa12e242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c2f189eeed4f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AI 開機日｜手帳母版">
    <p:bg>
      <p:bgPr>
        <a:solidFill xmlns:a="http://schemas.openxmlformats.org/drawingml/2006/main">
          <a:srgbClr val="FA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7966faaa12e24288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e0103bd6384312" /><Relationship Type="http://schemas.openxmlformats.org/officeDocument/2006/relationships/image" Target="/ppt/media/image.png" Id="Rfc913c60cee944dd" /><Relationship Type="http://schemas.openxmlformats.org/officeDocument/2006/relationships/notesSlide" Target="/ppt/notesSlides/notesSlide1.xml" Id="R1bd26249b1f745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dc447f70aa4d5d" /><Relationship Type="http://schemas.openxmlformats.org/officeDocument/2006/relationships/image" Target="/ppt/media/image2.png" Id="R4148dd296d1e41f9" /><Relationship Type="http://schemas.openxmlformats.org/officeDocument/2006/relationships/notesSlide" Target="/ppt/notesSlides/notesSlide2.xml" Id="Rc6f1605ec86840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857885947d46aa" /><Relationship Type="http://schemas.openxmlformats.org/officeDocument/2006/relationships/image" Target="/ppt/media/image3.png" Id="R0bc7f772b54e4c3e" /><Relationship Type="http://schemas.openxmlformats.org/officeDocument/2006/relationships/notesSlide" Target="/ppt/notesSlides/notesSlide3.xml" Id="Re1bbca8aaff946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170a97edaf42d1" /><Relationship Type="http://schemas.openxmlformats.org/officeDocument/2006/relationships/image" Target="/ppt/media/image4.png" Id="R3a9759e65bc14f3f" /><Relationship Type="http://schemas.openxmlformats.org/officeDocument/2006/relationships/notesSlide" Target="/ppt/notesSlides/notesSlide4.xml" Id="Rc380d023e0f44f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4db995ea9f41fc" /><Relationship Type="http://schemas.openxmlformats.org/officeDocument/2006/relationships/image" Target="/ppt/media/image5.png" Id="Rb825ba0063b8427c" /><Relationship Type="http://schemas.openxmlformats.org/officeDocument/2006/relationships/notesSlide" Target="/ppt/notesSlides/notesSlide5.xml" Id="R5150253228e242d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13c60cee944d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FD715E98-814B-48FD-8223-3819879648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762000"/>
            <a:ext cx="100012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3600" b="1">
                <a:solidFill>
                  <a:srgbClr val="30291F"/>
                </a:solidFill>
                <a:latin typeface="Iansui"/>
                <a:ea typeface="Iansui"/>
                <a:cs typeface="Iansui"/>
              </a:rPr>
              <a:t>計畫名稱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9F0B5242-B1FF-4ECA-AF90-3CEA08DFE98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190625" y="2238375"/>
            <a:ext cx="9715500" cy="3095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2700">
                <a:solidFill>
                  <a:srgbClr val="30291F"/>
                </a:solidFill>
                <a:latin typeface="Iansui"/>
                <a:ea typeface="Iansui"/>
                <a:cs typeface="Iansui"/>
              </a:rPr>
              <a:t>填入計畫名稱、對象及一句目的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8EB0F-F8CA-477E-ACB7-C50BBAB6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245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54E"/>
                </a:solidFill>
                <a:latin typeface="Iansui"/>
                <a:ea typeface="Iansui"/>
                <a:cs typeface="Iansui"/>
              </a:defRPr>
            </a:pPr>
            <a:r>
              <a:rPr sz="1425">
                <a:solidFill>
                  <a:srgbClr val="52654E"/>
                </a:solidFill>
                <a:latin typeface="Iansui"/>
                <a:ea typeface="Iansui"/>
                <a:cs typeface="Iansui"/>
              </a:rPr>
              <a:t>1 / 5    Learn AI with Tarshar｜2026</a:t>
            </a:r>
          </a:p>
        </p:txBody>
      </p:sp>
    </p:spTree>
    <p:extLst>
      <p:ext uri="{BB962C8B-B14F-4D97-AF65-F5344CB8AC3E}">
        <p14:creationId xmlns:p14="http://schemas.microsoft.com/office/powerpoint/2010/main" val="19607999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8dd296d1e41f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FD715E98-814B-48FD-8223-3819879648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762000"/>
            <a:ext cx="100012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3600" b="1">
                <a:solidFill>
                  <a:srgbClr val="30291F"/>
                </a:solidFill>
                <a:latin typeface="Iansui"/>
                <a:ea typeface="Iansui"/>
                <a:cs typeface="Iansui"/>
              </a:rPr>
              <a:t>為什麼要做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9F0B5242-B1FF-4ECA-AF90-3CEA08DFE98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190625" y="2238375"/>
            <a:ext cx="9715500" cy="3095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2700">
                <a:solidFill>
                  <a:srgbClr val="30291F"/>
                </a:solidFill>
                <a:latin typeface="Iansui"/>
                <a:ea typeface="Iansui"/>
                <a:cs typeface="Iansui"/>
              </a:rPr>
              <a:t>填入三個有來源的目的或痛點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254CD-4571-4BE6-A26B-56F7FB52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245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54E"/>
                </a:solidFill>
                <a:latin typeface="Iansui"/>
                <a:ea typeface="Iansui"/>
                <a:cs typeface="Iansui"/>
              </a:defRPr>
            </a:pPr>
            <a:r>
              <a:rPr sz="1425">
                <a:solidFill>
                  <a:srgbClr val="52654E"/>
                </a:solidFill>
                <a:latin typeface="Iansui"/>
                <a:ea typeface="Iansui"/>
                <a:cs typeface="Iansui"/>
              </a:rPr>
              <a:t>2 / 5    Learn AI with Tarshar｜2026</a:t>
            </a:r>
          </a:p>
        </p:txBody>
      </p:sp>
    </p:spTree>
    <p:extLst>
      <p:ext uri="{BB962C8B-B14F-4D97-AF65-F5344CB8AC3E}">
        <p14:creationId xmlns:p14="http://schemas.microsoft.com/office/powerpoint/2010/main" val="14773097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7f772b54e4c3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FD715E98-814B-48FD-8223-3819879648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762000"/>
            <a:ext cx="100012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3600" b="1">
                <a:solidFill>
                  <a:srgbClr val="30291F"/>
                </a:solidFill>
                <a:latin typeface="Iansui"/>
                <a:ea typeface="Iansui"/>
                <a:cs typeface="Iansui"/>
              </a:rPr>
              <a:t>誰可以參加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9F0B5242-B1FF-4ECA-AF90-3CEA08DFE98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190625" y="2238375"/>
            <a:ext cx="9715500" cy="3095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2700">
                <a:solidFill>
                  <a:srgbClr val="30291F"/>
                </a:solidFill>
                <a:latin typeface="Iansui"/>
                <a:ea typeface="Iansui"/>
                <a:cs typeface="Iansui"/>
              </a:rPr>
              <a:t>填入適用對象、資格與準備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114D7-9E78-44A5-A6E5-4A823333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245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54E"/>
                </a:solidFill>
                <a:latin typeface="Iansui"/>
                <a:ea typeface="Iansui"/>
                <a:cs typeface="Iansui"/>
              </a:defRPr>
            </a:pPr>
            <a:r>
              <a:rPr sz="1425">
                <a:solidFill>
                  <a:srgbClr val="52654E"/>
                </a:solidFill>
                <a:latin typeface="Iansui"/>
                <a:ea typeface="Iansui"/>
                <a:cs typeface="Iansui"/>
              </a:rPr>
              <a:t>3 / 5    Learn AI with Tarshar｜2026</a:t>
            </a:r>
          </a:p>
        </p:txBody>
      </p:sp>
    </p:spTree>
    <p:extLst>
      <p:ext uri="{BB962C8B-B14F-4D97-AF65-F5344CB8AC3E}">
        <p14:creationId xmlns:p14="http://schemas.microsoft.com/office/powerpoint/2010/main" val="13900636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759e65bc14f3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FD715E98-814B-48FD-8223-3819879648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762000"/>
            <a:ext cx="100012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3600" b="1">
                <a:solidFill>
                  <a:srgbClr val="30291F"/>
                </a:solidFill>
                <a:latin typeface="Iansui"/>
                <a:ea typeface="Iansui"/>
                <a:cs typeface="Iansui"/>
              </a:rPr>
              <a:t>怎麼進行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9F0B5242-B1FF-4ECA-AF90-3CEA08DFE98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190625" y="2238375"/>
            <a:ext cx="9715500" cy="3095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2700">
                <a:solidFill>
                  <a:srgbClr val="30291F"/>
                </a:solidFill>
                <a:latin typeface="Iansui"/>
                <a:ea typeface="Iansui"/>
                <a:cs typeface="Iansui"/>
              </a:rPr>
              <a:t>填入辦理方式、流程與產出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9CF1C-D03C-4CE1-BD80-3F1DFBC6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245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54E"/>
                </a:solidFill>
                <a:latin typeface="Iansui"/>
                <a:ea typeface="Iansui"/>
                <a:cs typeface="Iansui"/>
              </a:defRPr>
            </a:pPr>
            <a:r>
              <a:rPr sz="1425">
                <a:solidFill>
                  <a:srgbClr val="52654E"/>
                </a:solidFill>
                <a:latin typeface="Iansui"/>
                <a:ea typeface="Iansui"/>
                <a:cs typeface="Iansui"/>
              </a:rPr>
              <a:t>4 / 5    Learn AI with Tarshar｜2026</a:t>
            </a:r>
          </a:p>
        </p:txBody>
      </p:sp>
    </p:spTree>
    <p:extLst>
      <p:ext uri="{BB962C8B-B14F-4D97-AF65-F5344CB8AC3E}">
        <p14:creationId xmlns:p14="http://schemas.microsoft.com/office/powerpoint/2010/main" val="17948023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5ba0063b8427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FD715E98-814B-48FD-8223-3819879648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762000"/>
            <a:ext cx="100012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3600" b="1">
                <a:solidFill>
                  <a:srgbClr val="30291F"/>
                </a:solidFill>
                <a:latin typeface="Iansui"/>
                <a:ea typeface="Iansui"/>
                <a:cs typeface="Iansui"/>
              </a:rPr>
              <a:t>下一步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9F0B5242-B1FF-4ECA-AF90-3CEA08DFE98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190625" y="2238375"/>
            <a:ext cx="9715500" cy="3095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2700">
                <a:solidFill>
                  <a:srgbClr val="30291F"/>
                </a:solidFill>
                <a:latin typeface="Iansui"/>
                <a:ea typeface="Iansui"/>
                <a:cs typeface="Iansui"/>
              </a:rPr>
              <a:t>填入要交的成果與核對事項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FF773-8BB4-45DE-A0BF-841684E6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245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54E"/>
                </a:solidFill>
                <a:latin typeface="Iansui"/>
                <a:ea typeface="Iansui"/>
                <a:cs typeface="Iansui"/>
              </a:defRPr>
            </a:pPr>
            <a:r>
              <a:rPr sz="1425">
                <a:solidFill>
                  <a:srgbClr val="52654E"/>
                </a:solidFill>
                <a:latin typeface="Iansui"/>
                <a:ea typeface="Iansui"/>
                <a:cs typeface="Iansui"/>
              </a:rPr>
              <a:t>5 / 5    Learn AI with Tarshar｜2026</a:t>
            </a:r>
          </a:p>
        </p:txBody>
      </p:sp>
    </p:spTree>
    <p:extLst>
      <p:ext uri="{BB962C8B-B14F-4D97-AF65-F5344CB8AC3E}">
        <p14:creationId xmlns:p14="http://schemas.microsoft.com/office/powerpoint/2010/main" val="1564472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2026-09-08T21:53:19.3230000Z</dcterms:created>
  <dcterms:modified xsi:type="dcterms:W3CDTF">2026-09-08T21:53:19.3230000Z</dcterms:modified>
</coreProperties>
</file>