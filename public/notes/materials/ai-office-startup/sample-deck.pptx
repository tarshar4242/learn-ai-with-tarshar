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98a39c534b49af" /><Relationship Type="http://schemas.openxmlformats.org/officeDocument/2006/relationships/extended-properties" Target="/docProps/app.xml" Id="R0cf866f36a3c42cd" /><Relationship Type="http://schemas.openxmlformats.org/officeDocument/2006/relationships/officeDocument" Target="/ppt/presentation.xml" Id="R0a83a79e94c244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a6f69062344f21"/>
    <p:sldMasterId xmlns:r="http://schemas.openxmlformats.org/officeDocument/2006/relationships" id="2147483650" r:id="Re249be0b46f94dee"/>
  </p:sldMasterIdLst>
  <p:notesMasterIdLst>
    <p:notesMasterId xmlns:r="http://schemas.openxmlformats.org/officeDocument/2006/relationships" r:id="R8fe91e25127c4b95"/>
  </p:notesMasterIdLst>
  <p:sldIdLst>
    <p:sldId xmlns:r="http://schemas.openxmlformats.org/officeDocument/2006/relationships" id="256" r:id="R101d80f7a6e84e01"/>
    <p:sldId xmlns:r="http://schemas.openxmlformats.org/officeDocument/2006/relationships" id="257" r:id="R6a067f061f5047d0"/>
    <p:sldId xmlns:r="http://schemas.openxmlformats.org/officeDocument/2006/relationships" id="258" r:id="Rdeea743f001c4037"/>
    <p:sldId xmlns:r="http://schemas.openxmlformats.org/officeDocument/2006/relationships" id="259" r:id="Rb3ed5882b0ee4d1e"/>
    <p:sldId xmlns:r="http://schemas.openxmlformats.org/officeDocument/2006/relationships" id="260" r:id="R8331eff7a46341d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c7542381f84a9d" /><Relationship Type="http://schemas.openxmlformats.org/officeDocument/2006/relationships/slideMaster" Target="/ppt/slideMasters/slideMaster1.xml" Id="Rc8a6f69062344f21" /><Relationship Type="http://schemas.openxmlformats.org/officeDocument/2006/relationships/slideMaster" Target="/ppt/slideMasters/slideMaster2.xml" Id="Re249be0b46f94dee" /><Relationship Type="http://schemas.openxmlformats.org/officeDocument/2006/relationships/notesMaster" Target="/ppt/notesMasters/notesMaster1.xml" Id="R8fe91e25127c4b95" /><Relationship Type="http://schemas.openxmlformats.org/officeDocument/2006/relationships/presProps" Target="/ppt/presProps.xml" Id="Rb5eba7e628f94199" /><Relationship Type="http://schemas.openxmlformats.org/officeDocument/2006/relationships/tableStyles" Target="/ppt/tableStyles.xml" Id="R0243f8c4750d42cd" /><Relationship Type="http://schemas.openxmlformats.org/officeDocument/2006/relationships/slide" Target="/ppt/slides/slide1.xml" Id="R101d80f7a6e84e01" /><Relationship Type="http://schemas.openxmlformats.org/officeDocument/2006/relationships/slide" Target="/ppt/slides/slide2.xml" Id="R6a067f061f5047d0" /><Relationship Type="http://schemas.openxmlformats.org/officeDocument/2006/relationships/slide" Target="/ppt/slides/slide3.xml" Id="Rdeea743f001c4037" /><Relationship Type="http://schemas.openxmlformats.org/officeDocument/2006/relationships/slide" Target="/ppt/slides/slide4.xml" Id="Rb3ed5882b0ee4d1e" /><Relationship Type="http://schemas.openxmlformats.org/officeDocument/2006/relationships/slide" Target="/ppt/slides/slide5.xml" Id="R8331eff7a46341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cfa55caccb784c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a011ec9e8c3470e" /><Relationship Type="http://schemas.openxmlformats.org/officeDocument/2006/relationships/notesMaster" Target="/ppt/notesMasters/notesMaster1.xml" Id="Rb592e1b8f88c40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01ab80d6b04b03" /><Relationship Type="http://schemas.openxmlformats.org/officeDocument/2006/relationships/notesMaster" Target="/ppt/notesMasters/notesMaster1.xml" Id="Rda4d59a4c91c4ec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e830885d11f4783" /><Relationship Type="http://schemas.openxmlformats.org/officeDocument/2006/relationships/notesMaster" Target="/ppt/notesMasters/notesMaster1.xml" Id="R02571090c0ef48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bd74861b304c60" /><Relationship Type="http://schemas.openxmlformats.org/officeDocument/2006/relationships/notesMaster" Target="/ppt/notesMasters/notesMaster1.xml" Id="R692e76fe618544f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e953d1f10314762" /><Relationship Type="http://schemas.openxmlformats.org/officeDocument/2006/relationships/notesMaster" Target="/ppt/notesMasters/notesMaster1.xml" Id="R8dd0506b654849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本檔為依虛構計畫製作的套版成果示例，不代表曾以 Spark 實際執行。來源為同一教材包的計畫練習資料。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本檔為依虛構計畫製作的套版成果示例，不代表曾以 Spark 實際執行。來源為同一教材包的計畫練習資料。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本檔為依虛構計畫製作的套版成果示例，不代表曾以 Spark 實際執行。來源為同一教材包的計畫練習資料。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本檔為依虛構計畫製作的套版成果示例，不代表曾以 Spark 實際執行。來源為同一教材包的計畫練習資料。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本檔為依虛構計畫製作的套版成果示例，不代表曾以 Spark 實際執行。來源為同一教材包的計畫練習資料。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89af779de2401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682b71d979d4a5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標題與三點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F53BADBF-52BE-4F55-891F-A8530774A5CC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190625" y="2238375"/>
            <a:ext cx="9715500" cy="3095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三個重點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b98cecff794d92" /><Relationship Type="http://schemas.openxmlformats.org/officeDocument/2006/relationships/slideLayout" Target="/ppt/slideLayouts/slideLayout1.xml" Id="Racb57eaa51334f72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42f55bf3f33b4006" /><Relationship Type="http://schemas.openxmlformats.org/officeDocument/2006/relationships/slideLayout" Target="/ppt/slideLayouts/slideLayout2.xml" Id="Ra49d9999ac374d9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b57eaa51334f7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AI 開機日｜手帳母版">
    <p:bg>
      <p:bgPr>
        <a:solidFill xmlns:a="http://schemas.openxmlformats.org/drawingml/2006/main">
          <a:srgbClr val="FAF7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a49d9999ac374d9d"/>
  </p:sldLayoutIdLst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2db09850a54152" /><Relationship Type="http://schemas.openxmlformats.org/officeDocument/2006/relationships/image" Target="/ppt/media/image.png" Id="R6358a3ae974749b0" /><Relationship Type="http://schemas.openxmlformats.org/officeDocument/2006/relationships/notesSlide" Target="/ppt/notesSlides/notesSlide1.xml" Id="R1a4896b2e40647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d0c594747c4c2e" /><Relationship Type="http://schemas.openxmlformats.org/officeDocument/2006/relationships/image" Target="/ppt/media/image2.png" Id="Re91ae6f80a7b41c9" /><Relationship Type="http://schemas.openxmlformats.org/officeDocument/2006/relationships/notesSlide" Target="/ppt/notesSlides/notesSlide2.xml" Id="R6f5faf2d1cb44e1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100b95f2b754f1a" /><Relationship Type="http://schemas.openxmlformats.org/officeDocument/2006/relationships/image" Target="/ppt/media/image3.png" Id="R5673a88a954d4537" /><Relationship Type="http://schemas.openxmlformats.org/officeDocument/2006/relationships/notesSlide" Target="/ppt/notesSlides/notesSlide3.xml" Id="R9647ca947a984c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96c2c7fb9d4ae7" /><Relationship Type="http://schemas.openxmlformats.org/officeDocument/2006/relationships/image" Target="/ppt/media/image4.png" Id="Re312a1a8e72e4433" /><Relationship Type="http://schemas.openxmlformats.org/officeDocument/2006/relationships/notesSlide" Target="/ppt/notesSlides/notesSlide4.xml" Id="Rb1e135311e2a4a5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4660fb88b14a82" /><Relationship Type="http://schemas.openxmlformats.org/officeDocument/2006/relationships/image" Target="/ppt/media/image5.png" Id="R304b0a0eae444ec8" /><Relationship Type="http://schemas.openxmlformats.org/officeDocument/2006/relationships/notesSlide" Target="/ppt/notesSlides/notesSlide5.xml" Id="Rc3427a54f3fa453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58a3ae974749b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C050E11C-37D4-469E-BF81-9F817FA428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95375" y="762000"/>
            <a:ext cx="100012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0291F"/>
                </a:solidFill>
                <a:latin typeface="Iansui"/>
                <a:ea typeface="Iansui"/>
                <a:cs typeface="Iansui"/>
              </a:defRPr>
            </a:pPr>
            <a:r>
              <a:rPr sz="3600" b="1">
                <a:solidFill>
                  <a:srgbClr val="30291F"/>
                </a:solidFill>
                <a:latin typeface="Iansui"/>
                <a:ea typeface="Iansui"/>
                <a:cs typeface="Iansui"/>
              </a:rPr>
              <a:t>同仁數位工具體驗計畫</a:t>
            </a:r>
          </a:p>
        </p:txBody>
      </p:sp>
      <p:sp>
        <p:nvSpPr>
          <p:cNvPr id="3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F53BADBF-52BE-4F55-891F-A8530774A5CC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190625" y="2238375"/>
            <a:ext cx="9715500" cy="3095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30291F"/>
                </a:solidFill>
                <a:latin typeface="Iansui"/>
                <a:ea typeface="Iansui"/>
                <a:cs typeface="Iansui"/>
              </a:defRPr>
            </a:pPr>
            <a:r>
              <a:rPr sz="2700">
                <a:solidFill>
                  <a:srgbClr val="30291F"/>
                </a:solidFill>
                <a:latin typeface="Iansui"/>
                <a:ea typeface="Iansui"/>
                <a:cs typeface="Iansui"/>
              </a:rPr>
              <a:t>行政同仁實作工作坊</a:t>
            </a:r>
          </a:p>
          <a:p xmlns:a="http://schemas.openxmlformats.org/drawingml/2006/main">
            <a:pPr>
              <a:defRPr sz="2700">
                <a:solidFill>
                  <a:srgbClr val="30291F"/>
                </a:solidFill>
                <a:latin typeface="Iansui"/>
                <a:ea typeface="Iansui"/>
                <a:cs typeface="Iansui"/>
              </a:defRPr>
            </a:pPr>
            <a:r>
              <a:rPr sz="2700">
                <a:solidFill>
                  <a:srgbClr val="30291F"/>
                </a:solidFill>
                <a:latin typeface="Iansui"/>
                <a:ea typeface="Iansui"/>
                <a:cs typeface="Iansui"/>
              </a:rPr>
              <a:t>兩小時，完成一份可核對的工作成果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5F1230-144D-4656-9C9F-D215B4843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92455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54E"/>
                </a:solidFill>
                <a:latin typeface="Iansui"/>
                <a:ea typeface="Iansui"/>
                <a:cs typeface="Iansui"/>
              </a:defRPr>
            </a:pPr>
            <a:r>
              <a:rPr sz="1425">
                <a:solidFill>
                  <a:srgbClr val="52654E"/>
                </a:solidFill>
                <a:latin typeface="Iansui"/>
                <a:ea typeface="Iansui"/>
                <a:cs typeface="Iansui"/>
              </a:rPr>
              <a:t>1 / 5    Learn AI with Tarshar｜2026</a:t>
            </a:r>
          </a:p>
        </p:txBody>
      </p:sp>
    </p:spTree>
    <p:extLst>
      <p:ext uri="{BB962C8B-B14F-4D97-AF65-F5344CB8AC3E}">
        <p14:creationId xmlns:p14="http://schemas.microsoft.com/office/powerpoint/2010/main" val="177009989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1ae6f80a7b41c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C050E11C-37D4-469E-BF81-9F817FA428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95375" y="762000"/>
            <a:ext cx="100012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0291F"/>
                </a:solidFill>
                <a:latin typeface="Iansui"/>
                <a:ea typeface="Iansui"/>
                <a:cs typeface="Iansui"/>
              </a:defRPr>
            </a:pPr>
            <a:r>
              <a:rPr sz="3600" b="1">
                <a:solidFill>
                  <a:srgbClr val="30291F"/>
                </a:solidFill>
                <a:latin typeface="Iansui"/>
                <a:ea typeface="Iansui"/>
                <a:cs typeface="Iansui"/>
              </a:rPr>
              <a:t>為什麼要做</a:t>
            </a:r>
          </a:p>
        </p:txBody>
      </p:sp>
      <p:sp>
        <p:nvSpPr>
          <p:cNvPr id="3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F53BADBF-52BE-4F55-891F-A8530774A5CC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190625" y="2238375"/>
            <a:ext cx="9715500" cy="3095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30291F"/>
                </a:solidFill>
                <a:latin typeface="Iansui"/>
                <a:ea typeface="Iansui"/>
                <a:cs typeface="Iansui"/>
              </a:defRPr>
            </a:pPr>
            <a:r>
              <a:rPr sz="2700">
                <a:solidFill>
                  <a:srgbClr val="30291F"/>
                </a:solidFill>
                <a:latin typeface="Iansui"/>
                <a:ea typeface="Iansui"/>
                <a:cs typeface="Iansui"/>
              </a:rPr>
              <a:t>整理資料不再反覆複製貼上</a:t>
            </a:r>
          </a:p>
          <a:p xmlns:a="http://schemas.openxmlformats.org/drawingml/2006/main">
            <a:pPr>
              <a:defRPr sz="2700">
                <a:solidFill>
                  <a:srgbClr val="30291F"/>
                </a:solidFill>
                <a:latin typeface="Iansui"/>
                <a:ea typeface="Iansui"/>
                <a:cs typeface="Iansui"/>
              </a:defRPr>
            </a:pPr>
            <a:r>
              <a:rPr sz="2700">
                <a:solidFill>
                  <a:srgbClr val="30291F"/>
                </a:solidFill>
                <a:latin typeface="Iansui"/>
                <a:ea typeface="Iansui"/>
                <a:cs typeface="Iansui"/>
              </a:rPr>
              <a:t>每一項成果都附上來源</a:t>
            </a:r>
          </a:p>
          <a:p xmlns:a="http://schemas.openxmlformats.org/drawingml/2006/main">
            <a:pPr>
              <a:defRPr sz="2700">
                <a:solidFill>
                  <a:srgbClr val="30291F"/>
                </a:solidFill>
                <a:latin typeface="Iansui"/>
                <a:ea typeface="Iansui"/>
                <a:cs typeface="Iansui"/>
              </a:defRPr>
            </a:pPr>
            <a:r>
              <a:rPr sz="2700">
                <a:solidFill>
                  <a:srgbClr val="30291F"/>
                </a:solidFill>
                <a:latin typeface="Iansui"/>
                <a:ea typeface="Iansui"/>
                <a:cs typeface="Iansui"/>
              </a:rPr>
              <a:t>把判斷與核對留給承辦人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816A13-800C-4FC9-9EAD-74D81813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92455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54E"/>
                </a:solidFill>
                <a:latin typeface="Iansui"/>
                <a:ea typeface="Iansui"/>
                <a:cs typeface="Iansui"/>
              </a:defRPr>
            </a:pPr>
            <a:r>
              <a:rPr sz="1425">
                <a:solidFill>
                  <a:srgbClr val="52654E"/>
                </a:solidFill>
                <a:latin typeface="Iansui"/>
                <a:ea typeface="Iansui"/>
                <a:cs typeface="Iansui"/>
              </a:rPr>
              <a:t>2 / 5    Learn AI with Tarshar｜2026</a:t>
            </a:r>
          </a:p>
        </p:txBody>
      </p:sp>
    </p:spTree>
    <p:extLst>
      <p:ext uri="{BB962C8B-B14F-4D97-AF65-F5344CB8AC3E}">
        <p14:creationId xmlns:p14="http://schemas.microsoft.com/office/powerpoint/2010/main" val="114823164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73a88a954d453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C050E11C-37D4-469E-BF81-9F817FA428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95375" y="762000"/>
            <a:ext cx="100012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0291F"/>
                </a:solidFill>
                <a:latin typeface="Iansui"/>
                <a:ea typeface="Iansui"/>
                <a:cs typeface="Iansui"/>
              </a:defRPr>
            </a:pPr>
            <a:r>
              <a:rPr sz="3600" b="1">
                <a:solidFill>
                  <a:srgbClr val="30291F"/>
                </a:solidFill>
                <a:latin typeface="Iansui"/>
                <a:ea typeface="Iansui"/>
                <a:cs typeface="Iansui"/>
              </a:rPr>
              <a:t>誰可以參加</a:t>
            </a:r>
          </a:p>
        </p:txBody>
      </p:sp>
      <p:sp>
        <p:nvSpPr>
          <p:cNvPr id="3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F53BADBF-52BE-4F55-891F-A8530774A5CC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190625" y="2238375"/>
            <a:ext cx="9715500" cy="3095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30291F"/>
                </a:solidFill>
                <a:latin typeface="Iansui"/>
                <a:ea typeface="Iansui"/>
                <a:cs typeface="Iansui"/>
              </a:defRPr>
            </a:pPr>
            <a:r>
              <a:rPr sz="2700">
                <a:solidFill>
                  <a:srgbClr val="30291F"/>
                </a:solidFill>
                <a:latin typeface="Iansui"/>
                <a:ea typeface="Iansui"/>
                <a:cs typeface="Iansui"/>
              </a:rPr>
              <a:t>本次工作坊參與同仁</a:t>
            </a:r>
          </a:p>
          <a:p xmlns:a="http://schemas.openxmlformats.org/drawingml/2006/main">
            <a:pPr>
              <a:defRPr sz="2700">
                <a:solidFill>
                  <a:srgbClr val="30291F"/>
                </a:solidFill>
                <a:latin typeface="Iansui"/>
                <a:ea typeface="Iansui"/>
                <a:cs typeface="Iansui"/>
              </a:defRPr>
            </a:pPr>
            <a:r>
              <a:rPr sz="2700">
                <a:solidFill>
                  <a:srgbClr val="30291F"/>
                </a:solidFill>
                <a:latin typeface="Iansui"/>
                <a:ea typeface="Iansui"/>
                <a:cs typeface="Iansui"/>
              </a:rPr>
              <a:t>無程式基礎也能參與</a:t>
            </a:r>
          </a:p>
          <a:p xmlns:a="http://schemas.openxmlformats.org/drawingml/2006/main">
            <a:pPr>
              <a:defRPr sz="2700">
                <a:solidFill>
                  <a:srgbClr val="30291F"/>
                </a:solidFill>
                <a:latin typeface="Iansui"/>
                <a:ea typeface="Iansui"/>
                <a:cs typeface="Iansui"/>
              </a:defRPr>
            </a:pPr>
            <a:r>
              <a:rPr sz="2700">
                <a:solidFill>
                  <a:srgbClr val="30291F"/>
                </a:solidFill>
                <a:latin typeface="Iansui"/>
                <a:ea typeface="Iansui"/>
                <a:cs typeface="Iansui"/>
              </a:rPr>
              <a:t>每組二至三人，輪流操作與核對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141465-6FE4-4166-B012-EF0D5FB02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92455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54E"/>
                </a:solidFill>
                <a:latin typeface="Iansui"/>
                <a:ea typeface="Iansui"/>
                <a:cs typeface="Iansui"/>
              </a:defRPr>
            </a:pPr>
            <a:r>
              <a:rPr sz="1425">
                <a:solidFill>
                  <a:srgbClr val="52654E"/>
                </a:solidFill>
                <a:latin typeface="Iansui"/>
                <a:ea typeface="Iansui"/>
                <a:cs typeface="Iansui"/>
              </a:rPr>
              <a:t>3 / 5    Learn AI with Tarshar｜2026</a:t>
            </a:r>
          </a:p>
        </p:txBody>
      </p:sp>
    </p:spTree>
    <p:extLst>
      <p:ext uri="{BB962C8B-B14F-4D97-AF65-F5344CB8AC3E}">
        <p14:creationId xmlns:p14="http://schemas.microsoft.com/office/powerpoint/2010/main" val="137168485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12a1a8e72e4433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C050E11C-37D4-469E-BF81-9F817FA428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95375" y="762000"/>
            <a:ext cx="100012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0291F"/>
                </a:solidFill>
                <a:latin typeface="Iansui"/>
                <a:ea typeface="Iansui"/>
                <a:cs typeface="Iansui"/>
              </a:defRPr>
            </a:pPr>
            <a:r>
              <a:rPr sz="3600" b="1">
                <a:solidFill>
                  <a:srgbClr val="30291F"/>
                </a:solidFill>
                <a:latin typeface="Iansui"/>
                <a:ea typeface="Iansui"/>
                <a:cs typeface="Iansui"/>
              </a:rPr>
              <a:t>怎麼進行</a:t>
            </a:r>
          </a:p>
        </p:txBody>
      </p:sp>
      <p:sp>
        <p:nvSpPr>
          <p:cNvPr id="3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F53BADBF-52BE-4F55-891F-A8530774A5CC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190625" y="2238375"/>
            <a:ext cx="9715500" cy="3095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30291F"/>
                </a:solidFill>
                <a:latin typeface="Iansui"/>
                <a:ea typeface="Iansui"/>
                <a:cs typeface="Iansui"/>
              </a:defRPr>
            </a:pPr>
            <a:r>
              <a:rPr sz="2700">
                <a:solidFill>
                  <a:srgbClr val="30291F"/>
                </a:solidFill>
                <a:latin typeface="Iansui"/>
                <a:ea typeface="Iansui"/>
                <a:cs typeface="Iansui"/>
              </a:rPr>
              <a:t>準備筆電與單位允許的 AI 帳號</a:t>
            </a:r>
          </a:p>
          <a:p xmlns:a="http://schemas.openxmlformats.org/drawingml/2006/main">
            <a:pPr>
              <a:defRPr sz="2700">
                <a:solidFill>
                  <a:srgbClr val="30291F"/>
                </a:solidFill>
                <a:latin typeface="Iansui"/>
                <a:ea typeface="Iansui"/>
                <a:cs typeface="Iansui"/>
              </a:defRPr>
            </a:pPr>
            <a:r>
              <a:rPr sz="2700">
                <a:solidFill>
                  <a:srgbClr val="30291F"/>
                </a:solidFill>
                <a:latin typeface="Iansui"/>
                <a:ea typeface="Iansui"/>
                <a:cs typeface="Iansui"/>
              </a:rPr>
              <a:t>使用講師提供的虛構資料</a:t>
            </a:r>
          </a:p>
          <a:p xmlns:a="http://schemas.openxmlformats.org/drawingml/2006/main">
            <a:pPr>
              <a:defRPr sz="2700">
                <a:solidFill>
                  <a:srgbClr val="30291F"/>
                </a:solidFill>
                <a:latin typeface="Iansui"/>
                <a:ea typeface="Iansui"/>
                <a:cs typeface="Iansui"/>
              </a:defRPr>
            </a:pPr>
            <a:r>
              <a:rPr sz="2700">
                <a:solidFill>
                  <a:srgbClr val="30291F"/>
                </a:solidFill>
                <a:latin typeface="Iansui"/>
                <a:ea typeface="Iansui"/>
                <a:cs typeface="Iansui"/>
              </a:rPr>
              <a:t>完成重點表，再互相檢查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B0B090-7596-48B1-A40F-DA2078754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92455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54E"/>
                </a:solidFill>
                <a:latin typeface="Iansui"/>
                <a:ea typeface="Iansui"/>
                <a:cs typeface="Iansui"/>
              </a:defRPr>
            </a:pPr>
            <a:r>
              <a:rPr sz="1425">
                <a:solidFill>
                  <a:srgbClr val="52654E"/>
                </a:solidFill>
                <a:latin typeface="Iansui"/>
                <a:ea typeface="Iansui"/>
                <a:cs typeface="Iansui"/>
              </a:rPr>
              <a:t>4 / 5    Learn AI with Tarshar｜2026</a:t>
            </a:r>
          </a:p>
        </p:txBody>
      </p:sp>
    </p:spTree>
    <p:extLst>
      <p:ext uri="{BB962C8B-B14F-4D97-AF65-F5344CB8AC3E}">
        <p14:creationId xmlns:p14="http://schemas.microsoft.com/office/powerpoint/2010/main" val="142380864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4b0a0eae444ec8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C050E11C-37D4-469E-BF81-9F817FA428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95375" y="762000"/>
            <a:ext cx="100012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0291F"/>
                </a:solidFill>
                <a:latin typeface="Iansui"/>
                <a:ea typeface="Iansui"/>
                <a:cs typeface="Iansui"/>
              </a:defRPr>
            </a:pPr>
            <a:r>
              <a:rPr sz="3600" b="1">
                <a:solidFill>
                  <a:srgbClr val="30291F"/>
                </a:solidFill>
                <a:latin typeface="Iansui"/>
                <a:ea typeface="Iansui"/>
                <a:cs typeface="Iansui"/>
              </a:rPr>
              <a:t>交付與檢查</a:t>
            </a:r>
          </a:p>
        </p:txBody>
      </p:sp>
      <p:sp>
        <p:nvSpPr>
          <p:cNvPr id="3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F53BADBF-52BE-4F55-891F-A8530774A5CC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190625" y="2238375"/>
            <a:ext cx="9715500" cy="3095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30291F"/>
                </a:solidFill>
                <a:latin typeface="Iansui"/>
                <a:ea typeface="Iansui"/>
                <a:cs typeface="Iansui"/>
              </a:defRPr>
            </a:pPr>
            <a:r>
              <a:rPr sz="2700">
                <a:solidFill>
                  <a:srgbClr val="30291F"/>
                </a:solidFill>
                <a:latin typeface="Iansui"/>
                <a:ea typeface="Iansui"/>
                <a:cs typeface="Iansui"/>
              </a:rPr>
              <a:t>每組交一張重點表</a:t>
            </a:r>
          </a:p>
          <a:p xmlns:a="http://schemas.openxmlformats.org/drawingml/2006/main">
            <a:pPr>
              <a:defRPr sz="2700">
                <a:solidFill>
                  <a:srgbClr val="30291F"/>
                </a:solidFill>
                <a:latin typeface="Iansui"/>
                <a:ea typeface="Iansui"/>
                <a:cs typeface="Iansui"/>
              </a:defRPr>
            </a:pPr>
            <a:r>
              <a:rPr sz="2700">
                <a:solidFill>
                  <a:srgbClr val="30291F"/>
                </a:solidFill>
                <a:latin typeface="Iansui"/>
                <a:ea typeface="Iansui"/>
                <a:cs typeface="Iansui"/>
              </a:rPr>
              <a:t>欄位：事項、依據、負責角色、待確認</a:t>
            </a:r>
          </a:p>
          <a:p xmlns:a="http://schemas.openxmlformats.org/drawingml/2006/main">
            <a:pPr>
              <a:defRPr sz="2700">
                <a:solidFill>
                  <a:srgbClr val="30291F"/>
                </a:solidFill>
                <a:latin typeface="Iansui"/>
                <a:ea typeface="Iansui"/>
                <a:cs typeface="Iansui"/>
              </a:defRPr>
            </a:pPr>
            <a:r>
              <a:rPr sz="2700">
                <a:solidFill>
                  <a:srgbClr val="30291F"/>
                </a:solidFill>
                <a:latin typeface="Iansui"/>
                <a:ea typeface="Iansui"/>
                <a:cs typeface="Iansui"/>
              </a:rPr>
              <a:t>不使用真實個資及未公開內部文件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B2772F-1467-4F4E-90CA-E6F1E64D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92455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54E"/>
                </a:solidFill>
                <a:latin typeface="Iansui"/>
                <a:ea typeface="Iansui"/>
                <a:cs typeface="Iansui"/>
              </a:defRPr>
            </a:pPr>
            <a:r>
              <a:rPr sz="1425">
                <a:solidFill>
                  <a:srgbClr val="52654E"/>
                </a:solidFill>
                <a:latin typeface="Iansui"/>
                <a:ea typeface="Iansui"/>
                <a:cs typeface="Iansui"/>
              </a:rPr>
              <a:t>5 / 5    Learn AI with Tarshar｜2026</a:t>
            </a:r>
          </a:p>
        </p:txBody>
      </p:sp>
    </p:spTree>
    <p:extLst>
      <p:ext uri="{BB962C8B-B14F-4D97-AF65-F5344CB8AC3E}">
        <p14:creationId xmlns:p14="http://schemas.microsoft.com/office/powerpoint/2010/main" val="20778923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2026-09-08T21:53:21.2440000Z</dcterms:created>
  <dcterms:modified xsi:type="dcterms:W3CDTF">2026-09-08T21:53:21.2440000Z</dcterms:modified>
</coreProperties>
</file>